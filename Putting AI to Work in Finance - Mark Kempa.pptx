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</c:v>
                </c:pt>
              </c:strCache>
            </c:strRef>
          </c:tx>
          <c:spPr>
            <a:solidFill>
              <a:srgbClr val="2E7D88"/>
            </a:solidFill>
            <a:ln w="38100" cap="flat">
              <a:solidFill>
                <a:srgbClr val="2E7D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88"/>
              </a:solidFill>
              <a:ln w="9525" cap="flat">
                <a:solidFill>
                  <a:srgbClr val="2E7D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4800</c:v>
                </c:pt>
                <c:pt idx="1">
                  <c:v>4932</c:v>
                </c:pt>
                <c:pt idx="2">
                  <c:v>5081</c:v>
                </c:pt>
                <c:pt idx="3">
                  <c:v>5249</c:v>
                </c:pt>
                <c:pt idx="4">
                  <c:v>5436</c:v>
                </c:pt>
                <c:pt idx="5">
                  <c:v>5642</c:v>
                </c:pt>
                <c:pt idx="6">
                  <c:v>5867</c:v>
                </c:pt>
                <c:pt idx="7">
                  <c:v>6113</c:v>
                </c:pt>
                <c:pt idx="8">
                  <c:v>6379</c:v>
                </c:pt>
                <c:pt idx="9">
                  <c:v>6666</c:v>
                </c:pt>
                <c:pt idx="10">
                  <c:v>6975</c:v>
                </c:pt>
                <c:pt idx="11">
                  <c:v>7306</c:v>
                </c:pt>
                <c:pt idx="12">
                  <c:v>7659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framing: I'm not here to pitch AI as magic. I'll show three concrete places it already saves me time and sharpens the output, then how I keep it controlled. Everything shown ties to the sample workbook and the live demo I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credibility: I'm the person who builds the model, not just reviews it. The audit background means I care about controls — which matters a lot for the AI-guardrails slide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next three slides. Emphasize compounding: shaving two days off close is worth more than the two days — it moves analysis earlier while decisions can still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biggest time-saver. The point to land: AI removes the blank-page tax, but the finance owner still controls the message. Reference the Variance Narrative tab in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the live demo and the Scenario &amp; Runway tab. Stress that 'driver-based' is the real skill — AI accelerates building and flexing it, but the modeling judgment is 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slide — don't read every box. Theme: AI is a tireless junior analyst for the repeatable work, which is exactly what a lean / fractional finance team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the artifacts. The 30% is illustrative but defensible — the savings is concentrated in narrative drafting and reformatting, not the analysis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should make a CFO comfortable, not nervous. Lead with: I treat AI output like a sharp junior's draft — useful, fast, and never trusted unchecked.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fractional-leverage argument — that's the Till-specific hook. End by offering to demo the live model on the call Ally suggested.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4754880" cy="4754880"/>
          </a:xfrm>
          <a:prstGeom prst="ellipse">
            <a:avLst/>
          </a:prstGeom>
          <a:solidFill>
            <a:srgbClr val="2B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2E7D8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×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869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AI to Work in the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Function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ways I use Claude and other AI tools to run faster, sharper FP&amp;A — without giving up control of the numbers.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6968" y="4937760"/>
            <a:ext cx="3108960" cy="0"/>
          </a:xfrm>
          <a:prstGeom prst="line">
            <a:avLst/>
          </a:prstGeom>
          <a:noFill/>
          <a:ln w="25400">
            <a:solidFill>
              <a:srgbClr val="2E7D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Kempa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Finance · Strategic Finance &amp; FP&amp;A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Ally Rodriguez · Till CFO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hands-on finance leader who actually builds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Twelve-plus years owning FP&amp;A and finance operations at venture-backed healthcare companies — the kind of resource-constrained, fast-moving environments where doing more with less isn't optional. I already build AI-enabled dashboards in my current role; this deck shows how that translates to client work.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4531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healthcare FP&amp;A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36118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42032" y="44531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orgs scaled, Series A→B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78224" y="36118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78224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69664" y="44531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health-system reporting at scale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05856" y="36118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05856" y="3776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797296" y="445312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foundation (BDO)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43800" y="1737360"/>
            <a:ext cx="384048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938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 operate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2400" y="2395728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23500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scenario modeling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models, runway, fundraising support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3145536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11312" y="3099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investor reporting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packs, variance narratives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895344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11312" y="384962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contribution analysis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4645152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11312" y="459943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process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Anaplan, Velixo, close redesign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helps across the whole finance 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treat AI as one tool for one task. It compounds across the monthly cycle — each stage feeds the next, and the time saved early frees me to spend more time on judgment late.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3035808"/>
            <a:ext cx="548640" cy="54864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8992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&amp; reconcile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78992" y="41148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Tie-outs, recs, and checklist automation get the books done sooner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3154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0" y="2743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3035808"/>
            <a:ext cx="548640" cy="54864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13632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&amp; report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13632" y="41148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exports become variance narratives, KPI packs, and dashboards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154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3035808"/>
            <a:ext cx="548640" cy="54864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48272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forecast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748272" y="41148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 models and fast scenario / reforecast cycles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0" y="3154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326880" y="2743200"/>
            <a:ext cx="267004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0" y="3035808"/>
            <a:ext cx="548640" cy="54864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012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82912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82912" y="41148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decks, investor updates, and crisp exec-ready commentary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boxes I'll go deep on next: Analyze &amp; report, Plan &amp; forecast, and the automation that surrounds both.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01 · DATA ANALYSIS &amp;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board-ready narrative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GL trial balance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Hand-build variance tables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 for the story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commentary from scratch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 for the board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every month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3611880"/>
            <a:ext cx="502920" cy="50292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70832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74920" y="1828800"/>
            <a:ext cx="6309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4924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AI in the loop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49240" y="2514600"/>
            <a:ext cx="329184" cy="329184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468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export  —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the actual-vs-budget data and flags every material variance by driver.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49240" y="3300984"/>
            <a:ext cx="329184" cy="329184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4924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06440" y="325526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narrative  —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 first-pass variance story in the board's voice — tied to the numbers, not vibes.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49240" y="4087368"/>
            <a:ext cx="329184" cy="329184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06440" y="40416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edit, not author  —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correct nuance and add context I uniquely know. 80% of the blank-page work is gone.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349240" y="4873752"/>
            <a:ext cx="329184" cy="329184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48280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 —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+ structure runs every month and across every client.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49240" y="5440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live: the demo's narrative panel rewrites itself from the current numbers.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02 · FP&amp;A &amp;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modeling at the speed of the conversation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rarely asks one question — they ask “what if?” five times in a meeting. AI lets me build genuinely driver-based models and flex them on the spot, so the forecast keeps up with the discussion instead of becoming next week's follow-up.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8680" y="3611880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3566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Driver-based, not hard-coded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output traces to an assumption you can move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270248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422452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reforecasts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new actuals in, refreshed glidepath out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928616"/>
            <a:ext cx="310896" cy="310896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4882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cash framing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question every venture-backed board asks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Base-case cash trajectory — illustrative ($000s)</a:t>
            </a:r>
            <a:endParaRPr lang="en-US" sz="13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766560" y="2468880"/>
          <a:ext cx="4480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6858000" y="5623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three driver sets → runway answer in seconds.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03 · PROCESS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Quietly removing the manual finance grind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unglamorous work is where hours leak. I use AI to script and standardize the repeatable pieces of the month so the team spends its time on analysis, not assembly.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0704" y="2999232"/>
            <a:ext cx="457200" cy="45720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070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9809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checklists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8992" y="3456432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Auto-generated, owner-assigned task lists that flag what's late before it bites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01184" y="2999232"/>
            <a:ext cx="457200" cy="45720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29809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19472" y="3456432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exports against the GL and surface only the breaks worth a human's time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503920" y="2743200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41664" y="2999232"/>
            <a:ext cx="457200" cy="45720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4166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29809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reporting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759952" y="3456432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packs and flash reports built from a template the same way every period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22960" y="4416552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60704" y="4672584"/>
            <a:ext cx="457200" cy="45720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0704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46542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 &amp; data wrangling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78992" y="512978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finance email, extract figures from PDFs, reshape messy vendor files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4663440" y="4416552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01184" y="4672584"/>
            <a:ext cx="457200" cy="45720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01184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46542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contract review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919472" y="512978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summaries of terms, renewals, and cost-trend flags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8503920" y="4416552"/>
            <a:ext cx="35844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41664" y="4672584"/>
            <a:ext cx="457200" cy="45720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41664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72600" y="46542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across clients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759952" y="5129784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built once becomes leverage on the next engagement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example you can open right 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this concrete, I built a full monthly FP&amp;A package for a fictional Series B provider — and a live, interactive version of the model. Both are AI-assisted and human-reviewed.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EAF1F3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· Excel FP&amp;A package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— actual vs. budget, MTD + YTD variance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unit economics (LTV/CAC, contribution/visit)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 cash-runway model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variance narrative, fully reviewed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6974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· Live interactive demo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33832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drivers → KPIs, chart, runway update live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EBITDA-vs-plan bridge rebuilds in real time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“Regenerate with AI” rewrites the narrative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 — nothing to install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to a board-ready pack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5989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model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scenarios, instantly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46720" y="5989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errors shipped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KEEP IT SAFE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with a finance-grade control environment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can't ship “probably right.” My audit background shapes how I deploy AI — speed on the drafting, discipline on the truth.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8992" y="3035808"/>
            <a:ext cx="502920" cy="50292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980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and sentence is reviewed and owned by a person before it leaves my hands.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2743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02552" y="3035808"/>
            <a:ext cx="502920" cy="50292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2552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9809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Tied to source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20840" y="349300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trace back to the GL or the model — AI drafts the story, it never invents the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8992" y="4727448"/>
            <a:ext cx="502920" cy="502920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78992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672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97280" y="51846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 or sensitive client data goes anywhere it shouldn't; workflows respect the client's boundaries.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434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02552" y="4727448"/>
            <a:ext cx="502920" cy="502920"/>
          </a:xfrm>
          <a:prstGeom prst="ellipse">
            <a:avLst/>
          </a:prstGeom>
          <a:solidFill>
            <a:srgbClr val="1F2A44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02552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4672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&amp; reconciliation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720840" y="518464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recalculated and tied out — the sample workbook ships with zero formula errors.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B3A5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3108960" cy="3108960"/>
          </a:xfrm>
          <a:prstGeom prst="ellipse">
            <a:avLst/>
          </a:prstGeom>
          <a:solidFill>
            <a:srgbClr val="2E7D8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FITS TILL CFO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Leverage that scales across every client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68680" y="3154680"/>
            <a:ext cx="384048" cy="384048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30998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reused everywhere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fractional model lives or dies on leverage. My AI workflows are templates that travel from client to client.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40142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judgment, junior speed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get strategic finance thinking delivered at the pace AI enables — without a bigger team.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4983480"/>
            <a:ext cx="384048" cy="384048"/>
          </a:xfrm>
          <a:prstGeom prst="ellipse">
            <a:avLst/>
          </a:prstGeom>
          <a:solidFill>
            <a:srgbClr val="2E7D88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9286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already do this  —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F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theory: I'm building AI-enabled finance dashboards in my current Director of Finance role today.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Kempa  ·  mkempa22@gmail.com  ·  Happy to walk through any of this live.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Putting AI to Work in the Finance Function</dc:title>
  <dc:subject>PptxGenJS Presentation</dc:subject>
  <dc:creator>Mark Kempa</dc:creator>
  <cp:lastModifiedBy>Mark Kempa</cp:lastModifiedBy>
  <cp:revision>1</cp:revision>
  <dcterms:created xsi:type="dcterms:W3CDTF">2026-06-15T03:45:09Z</dcterms:created>
  <dcterms:modified xsi:type="dcterms:W3CDTF">2026-06-15T03:45:09Z</dcterms:modified>
</cp:coreProperties>
</file>